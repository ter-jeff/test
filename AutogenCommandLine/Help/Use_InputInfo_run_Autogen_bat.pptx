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563" r:id="rId2"/>
    <p:sldId id="659" r:id="rId3"/>
    <p:sldId id="660" r:id="rId4"/>
    <p:sldId id="661" r:id="rId5"/>
    <p:sldId id="662" r:id="rId6"/>
    <p:sldId id="658" r:id="rId7"/>
    <p:sldId id="657" r:id="rId8"/>
    <p:sldId id="63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6827F3-110F-496E-871E-EFA100A9DD6C}">
          <p14:sldIdLst>
            <p14:sldId id="563"/>
            <p14:sldId id="659"/>
            <p14:sldId id="660"/>
            <p14:sldId id="661"/>
            <p14:sldId id="662"/>
            <p14:sldId id="658"/>
            <p14:sldId id="657"/>
            <p14:sldId id="6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99"/>
    <a:srgbClr val="000000"/>
    <a:srgbClr val="FFFF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2" autoAdjust="0"/>
    <p:restoredTop sz="96736" autoAdjust="0"/>
  </p:normalViewPr>
  <p:slideViewPr>
    <p:cSldViewPr>
      <p:cViewPr varScale="1">
        <p:scale>
          <a:sx n="110" d="100"/>
          <a:sy n="110" d="100"/>
        </p:scale>
        <p:origin x="19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84F9F-DCC3-447B-A37B-02B1BB31EFE5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F5FE7-50A7-45D0-9F00-FAD0FC6DB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0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8572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12648" y="1947672"/>
            <a:ext cx="8686800" cy="68580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3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1772"/>
            <a:ext cx="8686800" cy="4978400"/>
          </a:xfrm>
        </p:spPr>
        <p:txBody>
          <a:bodyPr/>
          <a:lstStyle>
            <a:lvl1pPr marL="288925" indent="-288925">
              <a:tabLst/>
              <a:defRPr sz="2200"/>
            </a:lvl1pPr>
            <a:lvl2pPr marL="577850" indent="-288925">
              <a:buClr>
                <a:schemeClr val="accent2"/>
              </a:buClr>
              <a:buFont typeface=".AppleSystemUIFont" charset="-120"/>
              <a:buChar char="–"/>
              <a:tabLst/>
              <a:defRPr sz="1800"/>
            </a:lvl2pPr>
            <a:lvl3pPr marL="801688" indent="-223838">
              <a:buClr>
                <a:schemeClr val="accent6"/>
              </a:buClr>
              <a:tabLst/>
              <a:defRPr sz="1600"/>
            </a:lvl3pPr>
            <a:lvl4pPr marL="1035050" indent="-233363">
              <a:tabLst/>
              <a:defRPr sz="1400"/>
            </a:lvl4pPr>
            <a:lvl5pPr marL="1143000" indent="-228600"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28600" y="292364"/>
            <a:ext cx="8686800" cy="748125"/>
          </a:xfrm>
          <a:prstGeom prst="rect">
            <a:avLst/>
          </a:prstGeo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085" y="6444343"/>
            <a:ext cx="5736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1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6144"/>
            <a:ext cx="8686800" cy="70759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086" y="6444343"/>
            <a:ext cx="579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5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142999"/>
            <a:ext cx="4114800" cy="5120640"/>
          </a:xfrm>
        </p:spPr>
        <p:txBody>
          <a:bodyPr>
            <a:normAutofit/>
          </a:bodyPr>
          <a:lstStyle>
            <a:lvl1pPr>
              <a:defRPr sz="2000"/>
            </a:lvl1pPr>
            <a:lvl2pPr marL="574675" indent="-112713">
              <a:tabLst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42999"/>
            <a:ext cx="4114800" cy="512064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28600" y="289249"/>
            <a:ext cx="8686800" cy="685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085" y="6444343"/>
            <a:ext cx="5769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11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584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09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10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9" y="2"/>
            <a:ext cx="9148571" cy="68640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10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91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8572" cy="6864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03854"/>
            <a:ext cx="3928017" cy="338792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8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8572" cy="6864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03853"/>
            <a:ext cx="4128739" cy="2618488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853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9" y="0"/>
            <a:ext cx="9148572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28600" y="1349830"/>
            <a:ext cx="8686800" cy="473165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522288" indent="-288925">
              <a:buClr>
                <a:schemeClr val="accent3"/>
              </a:buClr>
              <a:tabLst/>
              <a:defRPr>
                <a:solidFill>
                  <a:schemeClr val="bg1"/>
                </a:solidFill>
              </a:defRPr>
            </a:lvl2pPr>
            <a:lvl3pPr>
              <a:buClr>
                <a:schemeClr val="accent3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3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3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085" y="6444343"/>
            <a:ext cx="5834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77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085" y="6444343"/>
            <a:ext cx="5769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69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ictu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9" y="0"/>
            <a:ext cx="9139943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12648" y="1947672"/>
            <a:ext cx="8686800" cy="68580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228601" y="6491542"/>
            <a:ext cx="2682277" cy="366459"/>
          </a:xfrm>
          <a:prstGeom prst="rect">
            <a:avLst/>
          </a:prstGeom>
        </p:spPr>
        <p:txBody>
          <a:bodyPr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8C93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12649" y="2898648"/>
            <a:ext cx="5808663" cy="7921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304950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5712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300658"/>
            <a:ext cx="8686800" cy="707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06286"/>
            <a:ext cx="8686800" cy="4963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086" y="6444343"/>
            <a:ext cx="579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2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0" kern="1200" cap="none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24186"/>
          </a:solidFill>
          <a:latin typeface="Arial" charset="0"/>
          <a:cs typeface="Arial" charset="0"/>
        </a:defRPr>
      </a:lvl9pPr>
    </p:titleStyle>
    <p:bodyStyle>
      <a:lvl1pPr marL="233363" indent="-233363" algn="l" rtl="0" eaLnBrk="1" fontAlgn="base" hangingPunct="1">
        <a:spcBef>
          <a:spcPct val="20000"/>
        </a:spcBef>
        <a:spcAft>
          <a:spcPct val="0"/>
        </a:spcAft>
        <a:buClr>
          <a:srgbClr val="224186"/>
        </a:buClr>
        <a:buFont typeface="Arial" charset="0"/>
        <a:buChar char="•"/>
        <a:tabLst/>
        <a:defRPr sz="2200" kern="1200">
          <a:solidFill>
            <a:schemeClr val="accent6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522288" indent="-28892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.AppleSystemUIFont" charset="-120"/>
        <a:buChar char="–"/>
        <a:tabLst/>
        <a:defRPr sz="1800" kern="1200">
          <a:solidFill>
            <a:schemeClr val="accent6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746125" indent="-22383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•"/>
        <a:tabLst/>
        <a:defRPr sz="1600" kern="1200">
          <a:solidFill>
            <a:schemeClr val="accent6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035050" indent="-233363" algn="l" rtl="0" eaLnBrk="1" fontAlgn="base" hangingPunct="1">
        <a:spcBef>
          <a:spcPct val="20000"/>
        </a:spcBef>
        <a:spcAft>
          <a:spcPct val="0"/>
        </a:spcAft>
        <a:buClr>
          <a:srgbClr val="224186"/>
        </a:buClr>
        <a:buFont typeface="Arial" charset="0"/>
        <a:buChar char="•"/>
        <a:tabLst/>
        <a:defRPr sz="1400" kern="1200">
          <a:solidFill>
            <a:schemeClr val="accent6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224186"/>
        </a:buClr>
        <a:buFont typeface="Arial" charset="0"/>
        <a:buChar char="•"/>
        <a:defRPr sz="1600" kern="1200">
          <a:solidFill>
            <a:schemeClr val="accent6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947672"/>
            <a:ext cx="8836152" cy="685800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dirty="0" err="1" smtClean="0"/>
              <a:t>InputInfo</a:t>
            </a:r>
            <a:r>
              <a:rPr lang="zh-TW" altLang="en-US" dirty="0" smtClean="0"/>
              <a:t> </a:t>
            </a:r>
            <a:r>
              <a:rPr lang="en-US" altLang="zh-TW" dirty="0" smtClean="0"/>
              <a:t>to </a:t>
            </a:r>
            <a:r>
              <a:rPr lang="en-US" altLang="zh-TW" dirty="0"/>
              <a:t>run </a:t>
            </a:r>
            <a:r>
              <a:rPr lang="en-US" altLang="zh-TW" dirty="0" smtClean="0"/>
              <a:t>Autogen.bat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Kevin Chang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186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Flow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idx="1"/>
          </p:nvPr>
        </p:nvSpPr>
        <p:spPr>
          <a:xfrm>
            <a:off x="246110" y="1030425"/>
            <a:ext cx="8440690" cy="4136572"/>
          </a:xfrm>
        </p:spPr>
        <p:txBody>
          <a:bodyPr/>
          <a:lstStyle/>
          <a:p>
            <a:r>
              <a:rPr lang="en-US" dirty="0" smtClean="0"/>
              <a:t>Browse Autogen </a:t>
            </a:r>
            <a:r>
              <a:rPr lang="en-US" dirty="0" err="1" smtClean="0"/>
              <a:t>gitlab</a:t>
            </a:r>
            <a:r>
              <a:rPr lang="en-US" dirty="0" smtClean="0"/>
              <a:t> page and download the latest version of Autogen Tool </a:t>
            </a:r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1066800" y="1905000"/>
            <a:ext cx="37338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79" y="2057400"/>
            <a:ext cx="8630621" cy="41852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09800" y="2743200"/>
            <a:ext cx="144780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5638800"/>
            <a:ext cx="838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28800" y="3886200"/>
            <a:ext cx="17526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7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Flow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idx="1"/>
          </p:nvPr>
        </p:nvSpPr>
        <p:spPr>
          <a:xfrm>
            <a:off x="246110" y="1030425"/>
            <a:ext cx="8440690" cy="4136572"/>
          </a:xfrm>
        </p:spPr>
        <p:txBody>
          <a:bodyPr/>
          <a:lstStyle/>
          <a:p>
            <a:r>
              <a:rPr lang="en-US" dirty="0" smtClean="0"/>
              <a:t>Click and download the Autogen Tool, then change files’ extensions to “.zip”</a:t>
            </a:r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1066800" y="1905000"/>
            <a:ext cx="37338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78550"/>
            <a:ext cx="7344426" cy="42914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5638800"/>
            <a:ext cx="2286000" cy="431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2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7" y="4916187"/>
            <a:ext cx="4311625" cy="171752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30317"/>
          <a:stretch/>
        </p:blipFill>
        <p:spPr>
          <a:xfrm>
            <a:off x="685800" y="1447800"/>
            <a:ext cx="4768079" cy="1905000"/>
          </a:xfrm>
          <a:prstGeom prst="rect">
            <a:avLst/>
          </a:prstGeom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Flow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idx="1"/>
          </p:nvPr>
        </p:nvSpPr>
        <p:spPr>
          <a:xfrm>
            <a:off x="242251" y="945961"/>
            <a:ext cx="8440690" cy="4136572"/>
          </a:xfrm>
        </p:spPr>
        <p:txBody>
          <a:bodyPr/>
          <a:lstStyle/>
          <a:p>
            <a:r>
              <a:rPr lang="en-US" dirty="0" smtClean="0"/>
              <a:t>Click the batch file to run Autogen with </a:t>
            </a:r>
            <a:r>
              <a:rPr lang="en-US" altLang="zh-TW" dirty="0">
                <a:solidFill>
                  <a:srgbClr val="0000FF"/>
                </a:solidFill>
              </a:rPr>
              <a:t>I</a:t>
            </a:r>
            <a:r>
              <a:rPr lang="en-US" dirty="0" smtClean="0">
                <a:solidFill>
                  <a:srgbClr val="0000FF"/>
                </a:solidFill>
              </a:rPr>
              <a:t>nputInfo.csv</a:t>
            </a:r>
            <a:r>
              <a:rPr lang="en-US" dirty="0" smtClean="0"/>
              <a:t> </a:t>
            </a:r>
            <a:r>
              <a:rPr lang="en-US" dirty="0" smtClean="0"/>
              <a:t>file  </a:t>
            </a:r>
            <a:endParaRPr lang="en-US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2898733" y="2764048"/>
            <a:ext cx="2663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834879" y="2579382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00"/>
                </a:solidFill>
              </a:rPr>
              <a:t>Autogen program</a:t>
            </a:r>
            <a:endParaRPr lang="zh-TW" altLang="en-US" b="1"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9200" y="2649748"/>
            <a:ext cx="1676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26338"/>
            <a:ext cx="4766057" cy="11809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313183" y="4057793"/>
            <a:ext cx="762000" cy="1821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直線單箭頭接點 9"/>
          <p:cNvCxnSpPr/>
          <p:nvPr/>
        </p:nvCxnSpPr>
        <p:spPr>
          <a:xfrm>
            <a:off x="2193078" y="4148879"/>
            <a:ext cx="348597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3"/>
          <p:cNvSpPr txBox="1"/>
          <p:nvPr/>
        </p:nvSpPr>
        <p:spPr>
          <a:xfrm>
            <a:off x="5834879" y="3964213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00"/>
                </a:solidFill>
              </a:rPr>
              <a:t>Bat file</a:t>
            </a:r>
            <a:endParaRPr lang="zh-TW" altLang="en-US" b="1" dirty="0">
              <a:solidFill>
                <a:srgbClr val="000000"/>
              </a:solidFill>
            </a:endParaRPr>
          </a:p>
        </p:txBody>
      </p:sp>
      <p:cxnSp>
        <p:nvCxnSpPr>
          <p:cNvPr id="21" name="直線單箭頭接點 9"/>
          <p:cNvCxnSpPr/>
          <p:nvPr/>
        </p:nvCxnSpPr>
        <p:spPr>
          <a:xfrm>
            <a:off x="3148406" y="5651208"/>
            <a:ext cx="21645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13"/>
          <p:cNvSpPr txBox="1"/>
          <p:nvPr/>
        </p:nvSpPr>
        <p:spPr>
          <a:xfrm>
            <a:off x="5451857" y="5474574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00"/>
                </a:solidFill>
              </a:rPr>
              <a:t>Modify content in </a:t>
            </a:r>
            <a:r>
              <a:rPr lang="en-US" altLang="zh-TW" b="1" dirty="0">
                <a:solidFill>
                  <a:srgbClr val="000000"/>
                </a:solidFill>
              </a:rPr>
              <a:t>I</a:t>
            </a:r>
            <a:r>
              <a:rPr lang="en-US" altLang="zh-TW" b="1" dirty="0" smtClean="0">
                <a:solidFill>
                  <a:srgbClr val="000000"/>
                </a:solidFill>
              </a:rPr>
              <a:t>nputInfo.csv file</a:t>
            </a:r>
            <a:endParaRPr lang="zh-TW" altLang="en-US" b="1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96704" y="5906660"/>
            <a:ext cx="304800" cy="57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47900" y="5562600"/>
            <a:ext cx="83820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8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78" y="4267200"/>
            <a:ext cx="4202867" cy="2162314"/>
          </a:xfrm>
          <a:prstGeom prst="rect">
            <a:avLst/>
          </a:prstGeom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Flow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idx="1"/>
          </p:nvPr>
        </p:nvSpPr>
        <p:spPr>
          <a:xfrm>
            <a:off x="246110" y="1030425"/>
            <a:ext cx="8593090" cy="4136572"/>
          </a:xfrm>
        </p:spPr>
        <p:txBody>
          <a:bodyPr/>
          <a:lstStyle/>
          <a:p>
            <a:r>
              <a:rPr lang="en-US" dirty="0" smtClean="0"/>
              <a:t>Access to the </a:t>
            </a:r>
            <a:r>
              <a:rPr lang="en-US" dirty="0" err="1" smtClean="0"/>
              <a:t>IGLink</a:t>
            </a:r>
            <a:r>
              <a:rPr lang="en-US" dirty="0" smtClean="0"/>
              <a:t> </a:t>
            </a:r>
            <a:r>
              <a:rPr lang="en-US" dirty="0" smtClean="0"/>
              <a:t>folder</a:t>
            </a:r>
            <a:r>
              <a:rPr lang="zh-TW" altLang="en-US" dirty="0" smtClean="0"/>
              <a:t> </a:t>
            </a:r>
            <a:r>
              <a:rPr lang="en-US" dirty="0" smtClean="0"/>
              <a:t>and download </a:t>
            </a:r>
            <a:r>
              <a:rPr lang="en-US" dirty="0" smtClean="0"/>
              <a:t>the </a:t>
            </a:r>
            <a:r>
              <a:rPr lang="en-US" dirty="0" smtClean="0"/>
              <a:t>central lib.</a:t>
            </a:r>
            <a:endParaRPr lang="en-US" dirty="0"/>
          </a:p>
        </p:txBody>
      </p:sp>
      <p:sp>
        <p:nvSpPr>
          <p:cNvPr id="7" name="向下箭號 6"/>
          <p:cNvSpPr/>
          <p:nvPr/>
        </p:nvSpPr>
        <p:spPr>
          <a:xfrm>
            <a:off x="2605178" y="3926300"/>
            <a:ext cx="152400" cy="27159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78" y="2001297"/>
            <a:ext cx="4114800" cy="19052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27496" y="4911304"/>
            <a:ext cx="91440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>
            <a:stCxn id="3" idx="3"/>
            <a:endCxn id="9" idx="1"/>
          </p:cNvCxnSpPr>
          <p:nvPr/>
        </p:nvCxnSpPr>
        <p:spPr>
          <a:xfrm>
            <a:off x="1641896" y="4987504"/>
            <a:ext cx="4080086" cy="3099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5721982" y="5112753"/>
            <a:ext cx="214588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Version of central lib</a:t>
            </a:r>
            <a:endParaRPr lang="zh-TW" alt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27496" y="5236302"/>
            <a:ext cx="823822" cy="1081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05000" y="2021425"/>
            <a:ext cx="366622" cy="3117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2736" y="4288974"/>
            <a:ext cx="1460863" cy="180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5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InputInfo</a:t>
            </a:r>
            <a:r>
              <a:rPr lang="en-US" dirty="0" smtClean="0"/>
              <a:t> content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idx="1"/>
          </p:nvPr>
        </p:nvSpPr>
        <p:spPr>
          <a:xfrm>
            <a:off x="246110" y="1030425"/>
            <a:ext cx="8440690" cy="4136572"/>
          </a:xfrm>
        </p:spPr>
        <p:txBody>
          <a:bodyPr/>
          <a:lstStyle/>
          <a:p>
            <a:r>
              <a:rPr lang="en-US" dirty="0"/>
              <a:t>Please modify all path references in the </a:t>
            </a:r>
            <a:r>
              <a:rPr lang="en-US" b="1" dirty="0" smtClean="0">
                <a:solidFill>
                  <a:srgbClr val="0000FF"/>
                </a:solidFill>
              </a:rPr>
              <a:t>csv file </a:t>
            </a:r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use absolute paths</a:t>
            </a:r>
            <a:r>
              <a:rPr lang="en-US" dirty="0"/>
              <a:t> on the local </a:t>
            </a:r>
            <a:r>
              <a:rPr lang="en-US" dirty="0" smtClean="0"/>
              <a:t>PC.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511042" y="2596146"/>
            <a:ext cx="2400044" cy="381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Testplan Document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11042" y="3146107"/>
            <a:ext cx="2400044" cy="381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System Config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13429" y="3700678"/>
            <a:ext cx="2400044" cy="3810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Library files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15356" y="4250639"/>
            <a:ext cx="2400044" cy="381000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Sync files from Org/Fuji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11042" y="4800600"/>
            <a:ext cx="2400044" cy="381000"/>
          </a:xfrm>
          <a:prstGeom prst="rect">
            <a:avLst/>
          </a:prstGeom>
          <a:solidFill>
            <a:srgbClr val="FF99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Log files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2362200"/>
            <a:ext cx="6358642" cy="395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7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Parameters in </a:t>
            </a:r>
            <a:r>
              <a:rPr lang="en-US" altLang="zh-TW" dirty="0" err="1" smtClean="0"/>
              <a:t>Testplan</a:t>
            </a:r>
            <a:r>
              <a:rPr lang="en-US" altLang="zh-TW" dirty="0" smtClean="0"/>
              <a:t> Document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313197"/>
              </p:ext>
            </p:extLst>
          </p:nvPr>
        </p:nvGraphicFramePr>
        <p:xfrm>
          <a:off x="609600" y="914400"/>
          <a:ext cx="7315200" cy="5795580"/>
        </p:xfrm>
        <a:graphic>
          <a:graphicData uri="http://schemas.openxmlformats.org/drawingml/2006/table">
            <a:tbl>
              <a:tblPr/>
              <a:tblGrid>
                <a:gridCol w="2157045">
                  <a:extLst>
                    <a:ext uri="{9D8B030D-6E8A-4147-A177-3AD203B41FA5}">
                      <a16:colId xmlns:a16="http://schemas.microsoft.com/office/drawing/2014/main" val="2073688994"/>
                    </a:ext>
                  </a:extLst>
                </a:gridCol>
                <a:gridCol w="5158155">
                  <a:extLst>
                    <a:ext uri="{9D8B030D-6E8A-4147-A177-3AD203B41FA5}">
                      <a16:colId xmlns:a16="http://schemas.microsoft.com/office/drawing/2014/main" val="1542133181"/>
                    </a:ext>
                  </a:extLst>
                </a:gridCol>
              </a:tblGrid>
              <a:tr h="1654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847615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entry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Autogen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Tool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58346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job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769316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currentproject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Chip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110235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channelmap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ChannelMap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63138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 Folder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532962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cslibrarypath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Library Folder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270018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baslibraryfolder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VBT Library Folder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430274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patternfolder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 folder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699547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timesetfolder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Timeset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folder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190177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logfolder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Autogen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Tool log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99450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outputFile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Validation error report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907424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compilePat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Compile Pattern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194524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patterninfofile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HardIP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pattern info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967843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mbistInfo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Mbist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info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152593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search_valid_pattern_rev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 pattern check by True or False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127583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testplanfile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Testplan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216534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voltagetablefile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Voltage table files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245261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EQN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33165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scghfile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SCGH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657915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binoutreport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Binout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report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853485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bincutmodesequence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BMS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384078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fusechecktable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Fusecheck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table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051263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postbincut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PBC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112475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patlistcsvfile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 dashboard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139968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Voltage binning files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701099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efusetestplan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Testplan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EFUSE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exeternal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768490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exeternal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file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296584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TTR table files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710889"/>
                  </a:ext>
                </a:extLst>
              </a:tr>
              <a:tr h="1654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folder</a:t>
                      </a:r>
                    </a:p>
                  </a:txBody>
                  <a:tcPr marL="8274" marR="8274" marT="82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343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34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 txBox="1">
            <a:spLocks/>
          </p:cNvSpPr>
          <p:nvPr/>
        </p:nvSpPr>
        <p:spPr>
          <a:xfrm>
            <a:off x="228600" y="1066800"/>
            <a:ext cx="8686800" cy="4784726"/>
          </a:xfrm>
          <a:prstGeom prst="rect">
            <a:avLst/>
          </a:prstGeom>
        </p:spPr>
        <p:txBody>
          <a:bodyPr>
            <a:normAutofit/>
          </a:bodyPr>
          <a:lstStyle>
            <a:lvl1pPr marL="233363" indent="-2333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24186"/>
              </a:buClr>
              <a:buFont typeface="Arial" charset="0"/>
              <a:buChar char="•"/>
              <a:tabLst/>
              <a:defRPr sz="2200" kern="12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22288" indent="-2889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.AppleSystemUIFont" charset="-120"/>
              <a:buChar char="–"/>
              <a:tabLst/>
              <a:defRPr sz="1800" kern="12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46125" indent="-223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•"/>
              <a:tabLst/>
              <a:defRPr sz="1600" kern="12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035050" indent="-2333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24186"/>
              </a:buClr>
              <a:buFont typeface="Arial" charset="0"/>
              <a:buChar char="•"/>
              <a:tabLst/>
              <a:defRPr sz="1400" kern="12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24186"/>
              </a:buClr>
              <a:buFont typeface="Arial" charset="0"/>
              <a:buChar char="•"/>
              <a:defRPr sz="1600" kern="12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50000"/>
              </a:lnSpc>
              <a:buFont typeface="Arial" charset="0"/>
              <a:buNone/>
            </a:pPr>
            <a:r>
              <a:rPr lang="en-US" altLang="zh-TW" sz="8800" dirty="0" smtClean="0">
                <a:solidFill>
                  <a:schemeClr val="bg1"/>
                </a:solidFill>
              </a:rPr>
              <a:t>Thank you</a:t>
            </a:r>
            <a:endParaRPr lang="zh-TW" altLang="en-US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0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radyne-ppt-template-wide_final">
  <a:themeElements>
    <a:clrScheme name="Custom 20">
      <a:dk1>
        <a:srgbClr val="224186"/>
      </a:dk1>
      <a:lt1>
        <a:srgbClr val="FFFFFF"/>
      </a:lt1>
      <a:dk2>
        <a:srgbClr val="4F5053"/>
      </a:dk2>
      <a:lt2>
        <a:srgbClr val="9FA1A4"/>
      </a:lt2>
      <a:accent1>
        <a:srgbClr val="224186"/>
      </a:accent1>
      <a:accent2>
        <a:srgbClr val="2B7F32"/>
      </a:accent2>
      <a:accent3>
        <a:srgbClr val="8DC63F"/>
      </a:accent3>
      <a:accent4>
        <a:srgbClr val="B0CBEA"/>
      </a:accent4>
      <a:accent5>
        <a:srgbClr val="DEAD0F"/>
      </a:accent5>
      <a:accent6>
        <a:srgbClr val="9FA1A4"/>
      </a:accent6>
      <a:hlink>
        <a:srgbClr val="224186"/>
      </a:hlink>
      <a:folHlink>
        <a:srgbClr val="5D176A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2" id="{170483F9-DB3A-9B40-811C-8AB3A2C6DAA4}" vid="{DF73B366-5E7A-D947-9831-EC06D64A93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20180508_MP1P_TTR_Item</Template>
  <TotalTime>23368</TotalTime>
  <Words>225</Words>
  <Application>Microsoft Office PowerPoint</Application>
  <PresentationFormat>On-screen Show (4:3)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.AppleSystemUIFont</vt:lpstr>
      <vt:lpstr>新細明體</vt:lpstr>
      <vt:lpstr>Arial</vt:lpstr>
      <vt:lpstr>Calibri</vt:lpstr>
      <vt:lpstr>Teradyne-ppt-template-wide_final</vt:lpstr>
      <vt:lpstr>Use InputInfo to run Autogen.bat</vt:lpstr>
      <vt:lpstr>Process Flow</vt:lpstr>
      <vt:lpstr>Process Flow</vt:lpstr>
      <vt:lpstr>Process Flow</vt:lpstr>
      <vt:lpstr>Process Flow</vt:lpstr>
      <vt:lpstr>InputInfo content</vt:lpstr>
      <vt:lpstr>Parameters in Testplan Document</vt:lpstr>
      <vt:lpstr>PowerPoint Presentation</vt:lpstr>
    </vt:vector>
  </TitlesOfParts>
  <Company>Teradyne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UVS256 Output Compensation Bandwidth</dc:title>
  <dc:creator>Teradyne User</dc:creator>
  <cp:lastModifiedBy>Student</cp:lastModifiedBy>
  <cp:revision>681</cp:revision>
  <dcterms:created xsi:type="dcterms:W3CDTF">2018-06-06T09:39:52Z</dcterms:created>
  <dcterms:modified xsi:type="dcterms:W3CDTF">2026-03-18T08:35:35Z</dcterms:modified>
</cp:coreProperties>
</file>